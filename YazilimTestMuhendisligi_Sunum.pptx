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2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33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6766560" y="-274320"/>
            <a:ext cx="2560320" cy="256032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 Mühendisliği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ile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Regresyon Testi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Maven · JUnit 5 · Rest Assured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291840"/>
            <a:ext cx="20116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 API üzerinde 12 otomatik test senaryosu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İÇİNDEKİLER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sunumda neler var?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029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441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 Mühendisliği Nedir?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kavramlar ve test türleri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5029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5681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ve API Testi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1579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 tanıtımı ve kullanım alanları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5029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55117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694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Yapısı ve Teknoloji Stack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7706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Maven, JUnit 5, Jackson, Allure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5029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316382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Senaryoları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832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otomatik test — GET &amp; POST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5029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37764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7947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Destekli Test Mühendisliği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9959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araçlarının test sürecine katkısı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5029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4074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ve Demo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6085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test çalıştırma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YAZILIM TEST MÜHENDİSLİĞİ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Kavramlar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97480" cy="100584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Test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359152"/>
            <a:ext cx="2697480" cy="1691640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eliyle test senaryolarının adım adım çalıştırılması. Keşif testlerinde etkilidir.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974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14173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359152"/>
            <a:ext cx="2697480" cy="1691640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yazılarak testlerin tekrarlanabilir biçimde çalıştırılması. Regresyon testinde kritik.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269748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80760" y="14173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Testi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359152"/>
            <a:ext cx="2697480" cy="1691640"/>
          </a:xfrm>
          <a:prstGeom prst="rect">
            <a:avLst/>
          </a:prstGeom>
          <a:solidFill>
            <a:srgbClr val="F0F9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72200" y="242316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değişikliklerin mevcut fonksiyonları bozmadığını doğrulayan tekrarlayan test süreci.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Piramidi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0160" y="4526280"/>
            <a:ext cx="109728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280160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828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4800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2743200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5074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37134" y="4398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8105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356642" y="421872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1531" y="4586751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46420" y="45146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95983" y="433512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REST ASSURED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Kütüphanesi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/ When / Then — BDD stili ile Java'da API testi"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754880" cy="2011680"/>
          </a:xfrm>
          <a:prstGeom prst="rect">
            <a:avLst/>
          </a:prstGeom>
          <a:solidFill>
            <a:srgbClr val="0A162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given()
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.spec(requestSpec)
</a:t>
            </a: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.when()
</a:t>
            </a:r>
            <a:r>
              <a:rPr lang="en-US" sz="11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.get("/posts")
</a:t>
            </a: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.then()
</a:t>
            </a: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.statusCode(200)
  .body("$", hasSize(100));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7830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577840" y="1801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Syntax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2057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Given/When/Then ile okunabilir testler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256032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577840" y="2578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JSON/XML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 ve XmlPath desteği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333756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577840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Entegrasyon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3611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ile kolay bağımlılık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411480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577840" y="4133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Uyumlu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4389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tabanlı test yönetimi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rest-assured.io  ·  github.com/rest-assured/rest-assured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PROJE YAPISI VE TEKNOLOJİ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Araçlar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30352" y="1344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Programlama dili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64992" y="1344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bağımlılık yönetimi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64008" cy="91440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99632" y="13441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9632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çatısı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30352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2761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kütüphanesi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2860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200400" y="2286000"/>
            <a:ext cx="64008" cy="914400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364992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64992" y="2761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2860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035040" y="228600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199632" y="2395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99632" y="2761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raporlama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83280"/>
            <a:ext cx="8412480" cy="1508760"/>
          </a:xfrm>
          <a:prstGeom prst="rect">
            <a:avLst/>
          </a:prstGeom>
          <a:solidFill>
            <a:srgbClr val="0A1628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347472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src/test/java/com/testproject/
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config/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ApiConfig.java
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models/  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Post.java  User.java
</a:t>
            </a: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tests/    </a:t>
            </a: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PostsGetTest.java  PostsPostTest.java  UsersGetTest.java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TEST SENARYOLARI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Otomatik Test — Her biri 3 kritik kontrol içerir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Status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Response Body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03504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Yanıt Süresi &lt; 5s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91640"/>
          <a:ext cx="8412480" cy="32095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— 100 kayıt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/posts/1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— Doğru 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/posts?userId=1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— Filtrelenmiş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/posts/9999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Not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Content-Type: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— ID dönmeli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— Tüm alanlar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— Ham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— Content-Type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— 10 kullanıcı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/users/1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— Leanne Graham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@ içermeli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YAPAY ZEKA DESTEKLİ TEST MÜHENDİSLİĞİ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ile Test Süreçleri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Değişiyor?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1298448"/>
          </a:xfrm>
          <a:prstGeom prst="rect">
            <a:avLst/>
          </a:prstGeom>
          <a:solidFill>
            <a:srgbClr val="1B2E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Kodu Üretimi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957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LLM'ler (ChatGPT, Claude) birkaç saniyede kapsamlı test sınıfları ve senaryolar üretebilir.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920240"/>
            <a:ext cx="4023360" cy="1298448"/>
          </a:xfrm>
          <a:prstGeom prst="rect">
            <a:avLst/>
          </a:prstGeom>
          <a:solidFill>
            <a:srgbClr val="1B2E42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17720" y="1920240"/>
            <a:ext cx="40233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Analizi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3957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stack trace'i okuyarak root cause'u ve düzeltme önerisi sunar. Debug süresi %60 azalır.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023360" cy="1298448"/>
          </a:xfrm>
          <a:prstGeom prst="rect">
            <a:avLst/>
          </a:prstGeom>
          <a:solidFill>
            <a:srgbClr val="1B2E4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Datası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8587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ve boundary value verisi otomatik oluşturulur. Manuel veri hazırlığına gerek kalmaz.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3383280"/>
            <a:ext cx="4023360" cy="129844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617720" y="3383280"/>
            <a:ext cx="4023360" cy="6400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54880" y="3520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Dokümantasyon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8587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Javadoc, README ve test raporları AI yardımıyla otomatik güncellenir. Bilgi kaybı önlenir.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SONUÇLAR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Çalıştırma Sonuçları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Senaryosu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202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46888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/ Failure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Süre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23444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675120" y="1234440"/>
            <a:ext cx="1920240" cy="64008"/>
          </a:xfrm>
          <a:prstGeom prst="rect">
            <a:avLst/>
          </a:prstGeom>
          <a:solidFill>
            <a:srgbClr val="1B2E42"/>
          </a:solidFill>
          <a:ln w="12700">
            <a:solidFill>
              <a:srgbClr val="1B2E4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675120" y="1371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675120" y="2103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Sınıfı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8412480" cy="658368"/>
          </a:xfrm>
          <a:prstGeom prst="rect">
            <a:avLst/>
          </a:prstGeom>
          <a:solidFill>
            <a:srgbClr val="0A1628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" y="2880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  </a:t>
            </a: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SUCCESS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Tests run: 12, Failures: 0, Errors: 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393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Projede Öğrenilenler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85800" y="40599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API'lerin BDD stiliyle otomatik test edilmesi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34256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5800" y="4325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bağımlılık yönetimi ve JUnit 5 entegrasyonu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599432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85800" y="45902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 model sınıfları ile JSON deserialization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86460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85800" y="48554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yazılım geliştirme pratikleri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 için hazırım 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fr-FR" sz="1200" dirty="0" err="1">
                <a:solidFill>
                  <a:schemeClr val="bg2">
                    <a:lumMod val="75000"/>
                  </a:schemeClr>
                </a:solidFill>
              </a:rPr>
              <a:t>abdoul-razak-sawadogo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/rest-assured-regression-tests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jsonplaceholder.typicode.com   ·   rest-assured.io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Test Mühendisliği Proje Ödevi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643</Words>
  <Application>Microsoft Office PowerPoint</Application>
  <PresentationFormat>Ekran Gösterisi (16:9)</PresentationFormat>
  <Paragraphs>164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Yazılım Test Mühendisliği - REST Assured Proje Sunumu</dc:title>
  <dc:subject>PptxGenJS Presentation</dc:subject>
  <dc:creator>PptxGenJS</dc:creator>
  <cp:lastModifiedBy>Abdoul Razak Sawadogo</cp:lastModifiedBy>
  <cp:revision>3</cp:revision>
  <dcterms:created xsi:type="dcterms:W3CDTF">2026-05-13T11:49:36Z</dcterms:created>
  <dcterms:modified xsi:type="dcterms:W3CDTF">2026-05-13T12:34:37Z</dcterms:modified>
</cp:coreProperties>
</file>